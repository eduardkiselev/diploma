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4EC4C-60DB-4013-80CB-07AECAAA15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248F0B-1DB8-4CF0-A1D8-6DECF7E90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705C86-3099-4B89-9DC1-3F6636D333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F620E6-E307-41E2-9594-220CD84166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1ED6257-756A-4227-BE73-030D2C20BB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1769C3-8B7B-4FA0-83A7-9C214A33BF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710DDCF-C518-4D25-85D1-D0A3A0F01C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E291BCE-DC75-427B-B233-6AC1823F13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6B9051D-54A4-4BD7-A194-78350B6351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3C46385-6B64-4314-A2FD-69EFAEDD1C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38C53F8-8D30-4511-BF34-04C19AA0A3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6020E4F-6B9B-4A2F-A004-7FCE6C85AF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067D07-9A53-47EF-B705-3781030AA1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AD8B06-9AA3-4E48-AD0E-5229B39202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22F787-5113-495B-A036-D3B1D263CD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5D7807-BBD3-4644-B750-B122FA87E8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107EB6-6BCC-4353-B7A9-04C4BCD2E9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4657CA-5328-4D0C-BE09-AA269F385B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C8F80-D6DF-4C81-B06D-FB0074FA63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00CD20-D06B-443B-B58A-69D9B034EE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DB2D6A-B9A0-4EC5-8A07-DEB4A2CF3E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20EA18-32BC-4F2A-9EA8-8A1BBBCB43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DA66D4-FBA6-43E7-8FA6-E7B349DCDF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Разработка методов CV для задач оперативной классификации и детектирования продуктов производства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343400" y="5029200"/>
            <a:ext cx="34286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Киселев Эдуард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Актуальность и проблематика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466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На средних производствах (до 1000 чел.) визуальный контроль и учет выполняются вручную.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Контроль изделий на промежуточных этапах, контроль потока в производстве и учёт межоперационных запасов — это значительный объём работ, который выполняют сотрудники, не занятые непосредственно в производстве.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По оценкам предприятия, на такие кадры может приходиться до 25–30% фонда оплаты труда.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Текучка кадров – обучение нового человека требует времени, человек который плохо знаком с технологией совершает повышенное количество ошибок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Digiesi et al. (2023)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HEP ≈ 0,2% на одну инспекционную операцию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Визуальный контроль электронных плат, реальный завод</a:t>
            </a: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0" defTabSz="45720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Актуальность и проблематика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Потенциал CV: автоматизация контроля качества, учета запасов и т.д.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Визуальный контроль качества → задача обнаружения аномалий и дефектов (anomaly detection, defect detection).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Учёт изделий на промежуточных этапах → задача детектирования, классификации и подсчёта объектов.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Соблюдение принципа FIFO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Контроль потока в цехе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Фиксация промежуточных операций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Барьеры внедрения: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Отсутствие готовых коробочных решений.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Отсутствие размеченных данных под конкретное производство.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Сложные условия: рабочие места не подготовлены для CV – освещение, запыленность, устоявщий технологический процесс в который плохо встраивается CV.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Необходима адаптация методов CV под конкретный процесс с оценкой экономики.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Потенциальные задачи CV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Детектирование дефектов (Сложно для старта):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Дефекты 1–2 мм при размере изделия 700 мм (нужно ~25 Мп).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Риск смаза при скорости конвейера 1 м/с, сильные блики.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Подсчет остатков изделий: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Плотное размещение изделий (сложно считать поштучно).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Распределенные зоны, риск двойного подсчета.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3. Контроль садки (Оптимально для старта):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Фиксация номенклатуры на вагонетках перед загрузкой в печь (~30 телег/сутки).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Обоснование выбора  задачи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Выбранная задача: Контроль изделий на вагонетках (загрузка печных телег).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Причины выбора: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Не требует сверхвысокого разрешения (в отличие от поиска микродефектов).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Возможность быстрой установки камер и сбора первых данных.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Наличие оператора для валидации результатов на первом этапе.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Позволяет быстро пройти полный цикл: сбор данных -&gt; разметка -&gt; обучение -&gt; внедрение.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Задача детекции дефектов переносится на второй этап как перспективное развитие.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Цель и задачи работы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Цель: Разработать и экспериментально проверить методы CV для оперативной классификации и детектирования продуктов производства на примере контроля садки.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Основные задачи: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Проанализировать существующие подходы (обзор литературы).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Разработать методику сбора и разметки данных на производстве.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Собрать пилотный датасет и обучить базовые модели детекции/классификации.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Оценить технические метрики и экономическую целесообразность.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Первоначальный обзор источников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Deep Industrial Image Anomaly Detection: A Survey (2023)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Обзор подходов к обнаружений аномалий(дефектов) на изображениях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Towards Total Recall in Industrial Anomaly Detection (2022)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Автоматическое обнаружение дефектов в промышленном производстве в условиях «холодного старта» на MVTec AD датасете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3. Drone-aided Detection of Weeds: Transfer Learning for Embedded Image Processing (2022)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 статье, в том числе, рассматривается hardware часть. Обоснование выбора архитектуры (SegNet, U-Net) и edge-развёртывания.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Ожидаемые результаты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1. Пилотный датасет (изображения/видео телег, изделий, зон загрузки).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2. Обученная модель для детектирования объектов и алгоритм учета.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3. Оценка точности (метрики) и устойчивости алгоритма.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4. Экономическое обоснование: расчет затрат на оборудование и разротку и обучение против снижения ручного труда и ошибок учета.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2026-10-11T14:46:14Z</cp:lastPrinted>
  <dcterms:modified xsi:type="dcterms:W3CDTF">2026-10-11T15:00:01Z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